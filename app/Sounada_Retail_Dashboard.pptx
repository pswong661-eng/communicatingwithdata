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Sounada Home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9688"/>
                </a:solidFill>
                <a:latin typeface="Calibri"/>
              </a:defRPr>
            </a:pPr>
            <a:r>
              <a:t>Retail Intelligence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27432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5F5"/>
                </a:solidFill>
                <a:latin typeface="Calibri"/>
              </a:defRPr>
            </a:pPr>
            <a:r>
              <a:t>Communicating with Data — Quantic MSBA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Eric Wong Poh Sang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The Business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Sounada operates 5 AKEMI stores in Vientiane, Laos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Inventory days on hand: ~480 — far too high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Stock shrinkage: 60+ items with unexplained count discrepancies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No unified view of store performance, payment mix, or product profitability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Owner needs data to make optimisation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What Does the Owner Need to Know?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Stakeholder: Eric Wong,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Decision: Optimise inventory, pricing &amp; store strategy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7432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Which stores perform best — and where are we losing margin?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What does our payment mix look like — and how does it affect cash flow?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2976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Which products drive the most profit — and which tie up cash?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0749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Where are stock variances hurting us most?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The Solution — Analytics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91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Interactive web app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Plotly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774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Interactive charts &amp;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632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Data wrangling from CSV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033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Source database from Loyverse 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Claude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Natural-language chat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88"/>
                </a:solidFill>
                <a:latin typeface="Calibri"/>
              </a:defRPr>
            </a:pPr>
            <a:r>
              <a:t>github.com/pswong661-eng/communicatingwithdata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Headline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560320" cy="32004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Calibri"/>
              </a:defRPr>
            </a:pPr>
            <a:r>
              <a:t>4.5B LAK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Net Sales</a:t>
            </a:r>
            <a:br/>
            <a:r>
              <a:t>(Period)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28800"/>
            <a:ext cx="2560320" cy="32004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Calibri"/>
              </a:defRPr>
            </a:pPr>
            <a:r>
              <a:t>16.9B LAK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Total Retail</a:t>
            </a:r>
            <a:br/>
            <a:r>
              <a:t>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828800"/>
            <a:ext cx="2560320" cy="32004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64.6%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Weighted</a:t>
            </a:r>
            <a:br/>
            <a:r>
              <a:t>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19" y="1828800"/>
            <a:ext cx="2560320" cy="32004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  <a:latin typeface="Calibri"/>
              </a:defRPr>
            </a:pPr>
            <a:r>
              <a:t>480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Inventory</a:t>
            </a:r>
            <a:br/>
            <a:r>
              <a:t>Days on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Calibri"/>
              </a:defRPr>
            </a:pPr>
            <a:r>
              <a:t>Green &gt;=60%  |  Amber 50-59%  |  Red &lt;50%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Store Performance — Where to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Expo leads in net sales: LAK 1,227,716,505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Parkson: most customer signups but lowest sales per signup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Discount rates vary — some stores eroding margin to move product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BigC solid performer: LAK 1,077,364,699 net sales</a:t>
            </a:r>
          </a:p>
          <a:p>
            <a:pPr>
              <a:spcBef>
                <a:spcPts val="1400"/>
              </a:spcBef>
              <a:defRPr sz="2200">
                <a:solidFill>
                  <a:srgbClr val="333333"/>
                </a:solidFill>
                <a:latin typeface="Calibri"/>
              </a:defRPr>
            </a:pPr>
            <a:r>
              <a:t>▸  Key gap: Parkson conversion opportunity — bring customers in, don’t convert to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See live demo: Store Performance page with interactive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How Customers Pay — Cash Flow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640080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Bank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61% of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965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Lowest average transaction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2286000" cy="640080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31% of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Second most common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2286000" cy="640080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WeChat/Alipay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~8% of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11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Highest avg transaction — tourists spend more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2286000" cy="640080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D3A"/>
                </a:solidFill>
              </a:defRPr>
            </a:pPr>
            <a:r>
              <a:t>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Underutilised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Recommendation: Promote WeChat/Alipay for high-ticket purchases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Profit Drivers vs. Shrinkage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4114800"/>
          </a:xfrm>
          <a:prstGeom prst="round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Profit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Colourlush Flannel Blanket: 77% margin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Tencel Ardent 880TC: highest profit potential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Lofty Microfil King Quilt: top revenue contributor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Focus promotions on these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846320" cy="411480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62828"/>
                </a:solidFill>
                <a:latin typeface="Calibri"/>
              </a:defRPr>
            </a:pPr>
            <a:r>
              <a:t>Shrinkage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60+ items in stock shortage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Ultra Absorbent Cotton Towels: 17 units missing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Cost impact: LAK 2M+ per item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▸  Restock high-profit items immediately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Ask the Data — Natural-Language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F5F5F5"/>
                </a:solidFill>
                <a:latin typeface="Calibri"/>
              </a:defRPr>
            </a:pPr>
            <a:r>
              <a:t>▸  Powered by Anthropic Claude AI</a:t>
            </a:r>
          </a:p>
          <a:p>
            <a:pPr>
              <a:spcBef>
                <a:spcPts val="1200"/>
              </a:spcBef>
              <a:defRPr sz="2200">
                <a:solidFill>
                  <a:srgbClr val="F5F5F5"/>
                </a:solidFill>
                <a:latin typeface="Calibri"/>
              </a:defRPr>
            </a:pPr>
            <a:r>
              <a:t>▸  Store managers ask questions in plain language</a:t>
            </a:r>
          </a:p>
          <a:p>
            <a:pPr>
              <a:spcBef>
                <a:spcPts val="1200"/>
              </a:spcBef>
              <a:defRPr sz="2200">
                <a:solidFill>
                  <a:srgbClr val="F5F5F5"/>
                </a:solidFill>
                <a:latin typeface="Calibri"/>
              </a:defRPr>
            </a:pPr>
            <a:r>
              <a:t>▸  No SQL or chart-reading skills needed</a:t>
            </a:r>
          </a:p>
          <a:p>
            <a:pPr>
              <a:spcBef>
                <a:spcPts val="1200"/>
              </a:spcBef>
              <a:defRPr sz="2200">
                <a:solidFill>
                  <a:srgbClr val="F5F5F5"/>
                </a:solidFill>
                <a:latin typeface="Calibri"/>
              </a:defRPr>
            </a:pPr>
            <a:r>
              <a:t>▸  Responds with LAK and USD amounts</a:t>
            </a:r>
          </a:p>
          <a:p>
            <a:pPr>
              <a:spcBef>
                <a:spcPts val="1200"/>
              </a:spcBef>
              <a:defRPr sz="2200">
                <a:solidFill>
                  <a:srgbClr val="F5F5F5"/>
                </a:solidFill>
                <a:latin typeface="Calibri"/>
              </a:defRPr>
            </a:pPr>
            <a:r>
              <a:t>▸  Falls back to OpenAI GPT if Claude unavailable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389120"/>
            <a:ext cx="8229600" cy="137160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User: "Which items should we restock urgently?"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937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Calibri"/>
              </a:defRPr>
            </a:pPr>
            <a:r>
              <a:t>Assistant: "Prioritise: Tencel Ardent 880TC (LAK 420M profit), Lofty Microfil King Quilt (LAK 388M), and Ultra Absorbent Cotton Towels (17 units missing, LAK 2M cost impact)."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What Should Eric Do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7373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Reduce overstock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480 inventory days is too high — target under 180 days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6517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Restock high-profit shortages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Tencel Ardent, Lofty Microfil, Cotton towels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5661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Investigate shrinkage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60+ items with unexplained count discrepancies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480559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Promote WeChat/Alipay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Highest average transaction — target tourists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394959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D3A"/>
                </a:solidFill>
                <a:latin typeface="Calibri"/>
              </a:defRPr>
            </a:pPr>
            <a:r>
              <a:t>Train Parkson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Convert signups into actual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286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F5F5"/>
                </a:solidFill>
                <a:latin typeface="Calibri"/>
              </a:defRPr>
            </a:pPr>
            <a:r>
              <a:t>Eric Wong Poh Sang — Quantic MSBA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688"/>
                </a:solidFill>
                <a:latin typeface="Calibri"/>
              </a:defRPr>
            </a:pPr>
            <a:r>
              <a:t>github.com/pswong661-eng/communicatingwithdata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